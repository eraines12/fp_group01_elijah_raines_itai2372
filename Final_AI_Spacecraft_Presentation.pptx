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Spacecraft Anomaly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Elijah Raines</a:t>
            </a:r>
          </a:p>
          <a:p>
            <a:r>
              <a:t>ITAI 2372</a:t>
            </a:r>
          </a:p>
          <a:p>
            <a:r>
              <a:t>Conceptual Design Project</a:t>
            </a:r>
          </a:p>
          <a:p>
            <a:r>
              <a:t>Using AI to detect spacecraft failures early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Spacecraft systems generate large amounts of real-time data</a:t>
            </a:r>
          </a:p>
          <a:p>
            <a:r>
              <a:t>Engineers cannot monitor everything at once</a:t>
            </a:r>
          </a:p>
          <a:p>
            <a:r>
              <a:t>Small issues can be missed</a:t>
            </a:r>
          </a:p>
          <a:p>
            <a:r>
              <a:t>Missed issues can become serious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 monitors spacecraft data</a:t>
            </a:r>
          </a:p>
          <a:p>
            <a:r>
              <a:t>Learns normal behavior</a:t>
            </a:r>
          </a:p>
          <a:p>
            <a:r>
              <a:t>Detects unusual patterns</a:t>
            </a:r>
          </a:p>
          <a:p>
            <a:r>
              <a:t>Sends alerts when something is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(sensors)</a:t>
            </a:r>
          </a:p>
          <a:p>
            <a:r>
              <a:t>Data Processing</a:t>
            </a:r>
          </a:p>
          <a:p>
            <a:r>
              <a:t>AI Model (anomaly detection)</a:t>
            </a:r>
          </a:p>
          <a:p>
            <a:r>
              <a:t>Alert System</a:t>
            </a:r>
          </a:p>
          <a:p>
            <a:r>
              <a:t>Engineer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sensor data</a:t>
            </a:r>
          </a:p>
          <a:p>
            <a:r>
              <a:t>Process and clean data</a:t>
            </a:r>
          </a:p>
          <a:p>
            <a:r>
              <a:t>AI analyzes patterns</a:t>
            </a:r>
          </a:p>
          <a:p>
            <a:r>
              <a:t>Detect anomalies</a:t>
            </a:r>
          </a:p>
          <a:p>
            <a:r>
              <a:t>Send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Anomaly Detection</a:t>
            </a:r>
          </a:p>
          <a:p>
            <a:r>
              <a:t>Isolation Forest (detects outliers)</a:t>
            </a:r>
          </a:p>
          <a:p>
            <a:r>
              <a:t>LSTM (handles time-based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→ Data Processing → AI Model → Alert → Engineer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with normal data (no alerts expected)</a:t>
            </a:r>
          </a:p>
          <a:p>
            <a:r>
              <a:t>Test with abnormal data (alerts expected)</a:t>
            </a:r>
          </a:p>
          <a:p>
            <a:r>
              <a:t>Measure accuracy</a:t>
            </a:r>
          </a:p>
          <a:p>
            <a:r>
              <a:t>Check false positives and false negatives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problems early</a:t>
            </a:r>
          </a:p>
          <a:p>
            <a:r>
              <a:t>Improves safety</a:t>
            </a:r>
          </a:p>
          <a:p>
            <a:r>
              <a:t>Reduces human workload</a:t>
            </a:r>
          </a:p>
          <a:p>
            <a:r>
              <a:t>Faster decision-making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 give false alerts</a:t>
            </a:r>
          </a:p>
          <a:p>
            <a:r>
              <a:t>Needs high-quality data</a:t>
            </a:r>
          </a:p>
          <a:p>
            <a:r>
              <a:t>May miss rare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improves spacecraft monitoring</a:t>
            </a:r>
          </a:p>
          <a:p>
            <a:r>
              <a:t>Helps detect issues early</a:t>
            </a:r>
          </a:p>
          <a:p>
            <a:r>
              <a:t>Reduces mission risk</a:t>
            </a:r>
          </a:p>
          <a:p>
            <a:r>
              <a:t>Supports engineers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